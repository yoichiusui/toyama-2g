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4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75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2B4D-402C-46A5-AAFB-8B1D876F17A4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083D-220C-4E2E-9B6A-8935E273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684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2B4D-402C-46A5-AAFB-8B1D876F17A4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083D-220C-4E2E-9B6A-8935E273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3397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2B4D-402C-46A5-AAFB-8B1D876F17A4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083D-220C-4E2E-9B6A-8935E273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312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2B4D-402C-46A5-AAFB-8B1D876F17A4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083D-220C-4E2E-9B6A-8935E273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8207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2B4D-402C-46A5-AAFB-8B1D876F17A4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083D-220C-4E2E-9B6A-8935E273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5832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2B4D-402C-46A5-AAFB-8B1D876F17A4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083D-220C-4E2E-9B6A-8935E273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8745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2B4D-402C-46A5-AAFB-8B1D876F17A4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083D-220C-4E2E-9B6A-8935E273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8412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2B4D-402C-46A5-AAFB-8B1D876F17A4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083D-220C-4E2E-9B6A-8935E273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032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2B4D-402C-46A5-AAFB-8B1D876F17A4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083D-220C-4E2E-9B6A-8935E273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9857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2B4D-402C-46A5-AAFB-8B1D876F17A4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083D-220C-4E2E-9B6A-8935E273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0130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2B4D-402C-46A5-AAFB-8B1D876F17A4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083D-220C-4E2E-9B6A-8935E273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728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12B4D-402C-46A5-AAFB-8B1D876F17A4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2C083D-220C-4E2E-9B6A-8935E273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184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2014634-FC6B-85D4-18D3-333C0F37CEB2}"/>
              </a:ext>
            </a:extLst>
          </p:cNvPr>
          <p:cNvSpPr/>
          <p:nvPr/>
        </p:nvSpPr>
        <p:spPr>
          <a:xfrm>
            <a:off x="452284" y="373626"/>
            <a:ext cx="8327922" cy="5329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52CF951-30F9-C160-C5E5-14D3162A193A}"/>
              </a:ext>
            </a:extLst>
          </p:cNvPr>
          <p:cNvSpPr/>
          <p:nvPr/>
        </p:nvSpPr>
        <p:spPr>
          <a:xfrm>
            <a:off x="766917" y="589935"/>
            <a:ext cx="3657600" cy="48178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ポート</a:t>
            </a:r>
            <a:r>
              <a:rPr kumimoji="1" lang="en-US" altLang="ja-JP" dirty="0"/>
              <a:t> (</a:t>
            </a:r>
            <a:r>
              <a:rPr kumimoji="1" lang="ja-JP" altLang="en-US" dirty="0"/>
              <a:t>ドロップダウン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92C552A-8777-BAC6-6A6A-ACB6836296C7}"/>
              </a:ext>
            </a:extLst>
          </p:cNvPr>
          <p:cNvSpPr/>
          <p:nvPr/>
        </p:nvSpPr>
        <p:spPr>
          <a:xfrm>
            <a:off x="4876800" y="609600"/>
            <a:ext cx="2517058" cy="44245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選択＆接続（ボタン）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242E35D-3AD1-2490-D259-268B77FFB4EA}"/>
              </a:ext>
            </a:extLst>
          </p:cNvPr>
          <p:cNvSpPr/>
          <p:nvPr/>
        </p:nvSpPr>
        <p:spPr>
          <a:xfrm>
            <a:off x="806245" y="4473677"/>
            <a:ext cx="7452852" cy="10913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進行・エラーメッセージ（表示）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F2D9290-CE85-7F5F-EF7D-C67A36D2C791}"/>
              </a:ext>
            </a:extLst>
          </p:cNvPr>
          <p:cNvSpPr/>
          <p:nvPr/>
        </p:nvSpPr>
        <p:spPr>
          <a:xfrm>
            <a:off x="766917" y="1258529"/>
            <a:ext cx="7492180" cy="4817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現在のサンプルハンドラーの設定（表示）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8814765-B586-84F9-0D59-FBE8FD123A7F}"/>
              </a:ext>
            </a:extLst>
          </p:cNvPr>
          <p:cNvSpPr/>
          <p:nvPr/>
        </p:nvSpPr>
        <p:spPr>
          <a:xfrm>
            <a:off x="766917" y="2143432"/>
            <a:ext cx="2231922" cy="4817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現在位置（表示）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78D0EA3-7F14-21A6-5F92-2E6A38CC87B6}"/>
              </a:ext>
            </a:extLst>
          </p:cNvPr>
          <p:cNvSpPr/>
          <p:nvPr/>
        </p:nvSpPr>
        <p:spPr>
          <a:xfrm>
            <a:off x="3313472" y="2143432"/>
            <a:ext cx="2408902" cy="4817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正常終了？（表示）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BFEFF05-0463-A188-900C-F096901CD582}"/>
              </a:ext>
            </a:extLst>
          </p:cNvPr>
          <p:cNvSpPr/>
          <p:nvPr/>
        </p:nvSpPr>
        <p:spPr>
          <a:xfrm>
            <a:off x="766917" y="2787444"/>
            <a:ext cx="2320412" cy="4817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移動量（数値入力）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59923AB-B7A8-D9F0-66A9-383DEE0A7DF8}"/>
              </a:ext>
            </a:extLst>
          </p:cNvPr>
          <p:cNvSpPr/>
          <p:nvPr/>
        </p:nvSpPr>
        <p:spPr>
          <a:xfrm>
            <a:off x="766917" y="3389669"/>
            <a:ext cx="2320412" cy="4817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移動方向（選択）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E72E87F-36D6-2A5A-FB64-7DC41FD4746B}"/>
              </a:ext>
            </a:extLst>
          </p:cNvPr>
          <p:cNvSpPr/>
          <p:nvPr/>
        </p:nvSpPr>
        <p:spPr>
          <a:xfrm>
            <a:off x="3313471" y="3409333"/>
            <a:ext cx="1887794" cy="44245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決定（ボタン）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FA8A32A-7E31-C8CE-ADD6-ED6A6FF96C2C}"/>
              </a:ext>
            </a:extLst>
          </p:cNvPr>
          <p:cNvSpPr/>
          <p:nvPr/>
        </p:nvSpPr>
        <p:spPr>
          <a:xfrm>
            <a:off x="2890684" y="3941505"/>
            <a:ext cx="1887794" cy="44245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移動（ボタン）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508EC44-2FB8-6407-1BA6-4EC8AFEA791F}"/>
              </a:ext>
            </a:extLst>
          </p:cNvPr>
          <p:cNvSpPr/>
          <p:nvPr/>
        </p:nvSpPr>
        <p:spPr>
          <a:xfrm>
            <a:off x="5191432" y="3941505"/>
            <a:ext cx="1887794" cy="44245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停止（ボタン）</a:t>
            </a:r>
          </a:p>
        </p:txBody>
      </p:sp>
    </p:spTree>
    <p:extLst>
      <p:ext uri="{BB962C8B-B14F-4D97-AF65-F5344CB8AC3E}">
        <p14:creationId xmlns:p14="http://schemas.microsoft.com/office/powerpoint/2010/main" val="3761500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57</Words>
  <Application>Microsoft Office PowerPoint</Application>
  <PresentationFormat>画面に合わせる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Yoichi Usui</dc:creator>
  <cp:lastModifiedBy>Yoichi Usui</cp:lastModifiedBy>
  <cp:revision>1</cp:revision>
  <dcterms:created xsi:type="dcterms:W3CDTF">2026-09-20T22:57:59Z</dcterms:created>
  <dcterms:modified xsi:type="dcterms:W3CDTF">2026-09-20T23:07:26Z</dcterms:modified>
</cp:coreProperties>
</file>